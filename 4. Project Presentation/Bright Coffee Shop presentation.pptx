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03bf09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403bf09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03bf099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403bf09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403bf099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403bf099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 rot="-216">
            <a:off x="61825" y="1372429"/>
            <a:ext cx="4784700" cy="52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000000"/>
                </a:solidFill>
              </a:rPr>
              <a:t>Bright Coffee Shop</a:t>
            </a:r>
            <a:endParaRPr sz="5000">
              <a:solidFill>
                <a:srgbClr val="000000"/>
              </a:solidFill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0" y="2232725"/>
            <a:ext cx="47847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Business Analysis</a:t>
            </a:r>
            <a:endParaRPr sz="2400"/>
          </a:p>
        </p:txBody>
      </p:sp>
      <p:sp>
        <p:nvSpPr>
          <p:cNvPr id="69" name="Google Shape;69;p13"/>
          <p:cNvSpPr txBox="1"/>
          <p:nvPr/>
        </p:nvSpPr>
        <p:spPr>
          <a:xfrm>
            <a:off x="333825" y="3424875"/>
            <a:ext cx="15333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PREPARED FOR: CEO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PRESENTED BY: MICHELLE ZIJENA 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/>
        </p:nvSpPr>
        <p:spPr>
          <a:xfrm>
            <a:off x="1384800" y="506925"/>
            <a:ext cx="40554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Roboto"/>
              <a:buChar char="●"/>
            </a:pPr>
            <a:r>
              <a:rPr lang="en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FIND WAYS TO GROW COMPANY REVENUE</a:t>
            </a:r>
            <a:endParaRPr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Roboto"/>
              <a:buChar char="●"/>
            </a:pPr>
            <a:r>
              <a:rPr lang="en" sz="2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IMPROVE PRODUCT PERFORMANCE </a:t>
            </a:r>
            <a:endParaRPr sz="2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"/>
              <a:t>TOTAL SALES PER CATEGORY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84950" y="1730075"/>
            <a:ext cx="3797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COFFEE AND TEA BRING THE MOST REVENUE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PACKAGED CHOCOLATE, LOOSE TEA AND BRANDED ITEMS BRING THE LEAST REVENUE </a:t>
            </a:r>
            <a:endParaRPr sz="1600"/>
          </a:p>
        </p:txBody>
      </p:sp>
      <p:pic>
        <p:nvPicPr>
          <p:cNvPr id="81" name="Google Shape;81;p15" title="quantity vs price categor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0063"/>
            <a:ext cx="455295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PER LOCATION AND MONTH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5600975" y="1919075"/>
            <a:ext cx="3093000" cy="27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3 STORE LOCATIONS GENERATE THE MOST REVENUE IN THE MONTHS OF APRIL, MAY &amp; JUNE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LEAST PERFORMING MONTHS FOR ALL 3 STORES IS FEBRUARY</a:t>
            </a:r>
            <a:endParaRPr sz="1600"/>
          </a:p>
        </p:txBody>
      </p:sp>
      <p:pic>
        <p:nvPicPr>
          <p:cNvPr id="88" name="Google Shape;88;p16" title="location vs month vs sal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3225"/>
            <a:ext cx="497205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PER PRODUCT TYPE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5106400" y="1919075"/>
            <a:ext cx="3587700" cy="29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MOST SOLD PRODUCT TYPE IS THE BARISTA ESPRESSO AS WELL AS VARIOUS HERBAL TEAS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LEAST SOLD PRODUCT TYPE IS THE GREEN BEANS AND ORGANIC CHOCOLATE</a:t>
            </a:r>
            <a:endParaRPr sz="1600"/>
          </a:p>
        </p:txBody>
      </p:sp>
      <p:pic>
        <p:nvPicPr>
          <p:cNvPr id="95" name="Google Shape;95;p17" title="total sales per produc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3" y="1919075"/>
            <a:ext cx="44481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PEAK TIME INTERVALS VS REVENUE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5143500" y="1919075"/>
            <a:ext cx="3550800" cy="20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MORNING, MID MORNING AND AFTERNOON ARE PEAK TIME INTERVALS THAT GENERATE THE MOST REVENUE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NIGHT TIME INTERVAL GENERATES THE LEAST RVENUE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PEAK DAYS ARE TUESDAYS AND FRIDAYS IN WHICH MOST REVENUE IS MADE</a:t>
            </a:r>
            <a:endParaRPr sz="1600"/>
          </a:p>
        </p:txBody>
      </p:sp>
      <p:pic>
        <p:nvPicPr>
          <p:cNvPr id="102" name="Google Shape;102;p18" title="peak time intervals vs sal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1765338"/>
            <a:ext cx="44672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51525" y="1770700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MARKETING CAMPAIGNS DURING SLOW TIME SLOTS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STOCK MORE OF THE BEST-SELLING PRODUCTS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PROMOTE UNDERPERFORMING PRODUCTS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NEXT STEPS</a:t>
            </a:r>
            <a:endParaRPr sz="3200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AUTOMATE DAILY SALES REPORTING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TRACK SALES PERFORMANCE ACROSS MULTIPLE LOCATIONS IN THE FUTURE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 LOYALTY PROGRAMS BASED ON PEAK CUSTOMER TIME SLOTS</a:t>
            </a:r>
            <a:endParaRPr sz="1600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124922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THANK YOU.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